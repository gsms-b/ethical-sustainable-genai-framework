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76961" y="1443187"/>
            <a:ext cx="87730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4000" dirty="0"/>
              <a:t>A Multi-Dimensional Framework for Ethical and Environmental Evaluation of Generative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C8DC"/>
                </a:solidFill>
              </a:defRPr>
            </a:pPr>
            <a:r>
              <a:t>Responsible AI Scoring Model | Green AI | Ethical Risk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AABE"/>
                </a:solidFill>
              </a:defRPr>
            </a:pPr>
            <a:r>
              <a:t>Bugatha Ganasyam Mani Sankar | JNTU-GV College of Engineering | Mentor: Mohammad Sameer (Phinerd)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Dual Crisis: Ethics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Generative AI powers military simulations, policy recommendations, and crisis response — but lacks accountability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AI systems consumed 50+ million metric tonnes of CO₂ in 2025 alone (equivalent to New York City's annual emissions)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Water consumption could equal basic needs of 1.3 billion people by 2030 (UNU-INWEH 2026)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Data center energy demand projected to quadruple by 2030; only ~50% met by renewables (IEA 2025)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 existing framework integrates ethical risk AND environmental sustainability into unified governance metrics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Current approaches treat ethics and sustainability as orthogonal concerns — this research bridges the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Objectives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Develop a unified Responsible AI (RAI) scoring model combining Ethics + Environment + Transparency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Propose Ethical Risk Modeling with Bias Score (B), Explainability Score (X), and Decision Risk Factor (D)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Quantify environmental impact across energy (kWh), water (liters), and carbon (</a:t>
            </a:r>
            <a:r>
              <a:rPr dirty="0" err="1"/>
              <a:t>kgCO₂e</a:t>
            </a:r>
            <a:r>
              <a:rPr dirty="0"/>
              <a:t>) footprints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Validate framework across 150 high-stakes tactical scenarios: Military, Crisis, Policy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/>
              <a:t> Provide optimization strategies projected to achieve substantial carbon and water footprint reductions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Align with ISO/IEC TR 20226:2025, EU AI Act, and UN Sustainable Development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Proposed Methodology: Four Integrated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Module 1 — Ethical Risk Modeling: NLP-based bias detection, LIME explainability, hierarchical risk classification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Module 2 — Environmental Impact Estimation: PUE/WUE metrics, GPU energy modeling, regional carbon intensity mapping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/>
              <a:t> Module 3 — Responsible AI Scoring: RAI = </a:t>
            </a:r>
            <a:r>
              <a:rPr lang="en-US" dirty="0" err="1"/>
              <a:t>w₁E</a:t>
            </a:r>
            <a:r>
              <a:rPr lang="en-US" dirty="0"/>
              <a:t> + </a:t>
            </a:r>
            <a:r>
              <a:rPr lang="en-US" dirty="0" err="1"/>
              <a:t>w₂S</a:t>
            </a:r>
            <a:r>
              <a:rPr lang="en-US" dirty="0"/>
              <a:t> + </a:t>
            </a:r>
            <a:r>
              <a:rPr lang="en-US" dirty="0" err="1"/>
              <a:t>w₃T</a:t>
            </a:r>
            <a:r>
              <a:rPr lang="en-US" dirty="0"/>
              <a:t> (weighted aggregation with literature-grounded coefficients)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Module 4 — Tactical Scenario Simulation: Military, Crisis Response, Policy domains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System Pipeline: Scenario Input → AI Output → Ethical Analysis → Resource Estimation → Scoring →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Workflow Pipeline</a:t>
            </a:r>
          </a:p>
        </p:txBody>
      </p:sp>
      <p:pic>
        <p:nvPicPr>
          <p:cNvPr id="4" name="Picture 3" descr="fig8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138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Ethical Risk Analysis Across Scenario Categories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84014-1902-3A0B-0E25-7801A1942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8" y="1188720"/>
            <a:ext cx="5074702" cy="5669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6B6F92-173C-9929-B09D-FBA20D4F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131" y="1122478"/>
            <a:ext cx="5340127" cy="5735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Environmental Footprint: Model &amp; Task Comparison</a:t>
            </a:r>
          </a:p>
        </p:txBody>
      </p:sp>
      <p:pic>
        <p:nvPicPr>
          <p:cNvPr id="4" name="Picture 3" descr="fig2_environmental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3618"/>
            <a:ext cx="11247120" cy="3747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Responsible AI (RAI) Score Heatmap</a:t>
            </a:r>
          </a:p>
        </p:txBody>
      </p:sp>
      <p:pic>
        <p:nvPicPr>
          <p:cNvPr id="4" name="Picture 3" descr="fig3_rai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21" y="1097281"/>
            <a:ext cx="913701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Optimization Strategies: Energy vs Accuracy Trade-offs</a:t>
            </a:r>
          </a:p>
        </p:txBody>
      </p:sp>
      <p:pic>
        <p:nvPicPr>
          <p:cNvPr id="4" name="Picture 3" descr="fig4_optimizatio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552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Pareto Frontier: Ethical vs Environmental Performance</a:t>
            </a:r>
          </a:p>
        </p:txBody>
      </p:sp>
      <p:pic>
        <p:nvPicPr>
          <p:cNvPr id="4" name="Picture 3" descr="fig5_pareto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107" y="1201501"/>
            <a:ext cx="8128985" cy="56564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Geographic Impact: Carbon &amp; Water Across Grid Regions</a:t>
            </a:r>
          </a:p>
        </p:txBody>
      </p:sp>
      <p:pic>
        <p:nvPicPr>
          <p:cNvPr id="4" name="Picture 3" descr="fig6_gri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561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Military scenarios show highest risk (0.85) and lowest ethical scores (58.3) — demand strict human oversight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/>
              <a:t> Image generation consumes ~50× more energy than text; estimated video generation shows highest per-unit impact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/>
              <a:t> Llama-3 achieves best environmental efficiency with 50% lower energy than GPT-4, though its RAI score (73.9) is moderated by higher residual bias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Geographic load shifting from coal to renewable grids reduces carbon by 93.75% without hardware changes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/>
              <a:t>  34% of simulated policy recommendations exhibited subtle demographic biases invisible to surface-level fairness metrics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Inference (not training) dominates lifecycle costs (80-90%) — optimization must focus on deployment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Integrate land footprint metrics from critical mineral extraction (lithium, cobalt, rare earth elements)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Develop real-time API monitoring for continuous RAI scoring in production environments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Expand to healthcare and financial domains with domain-specific ethical constraints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Investigate rebound effects: does efficiency improvement lead to increased aggregate consumption?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Publish framework as open-source toolkit for AI developers and policymakers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Target venues: Scopus Q1 Journals, IEEE AI Ethics, ACM FAccT, Sustainable Computing conferences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DC"/>
                </a:solidFill>
              </a:defRPr>
            </a:pPr>
            <a:r>
              <a:t>Questions &amp; Discussion</a:t>
            </a:r>
            <a:br/>
            <a:br/>
            <a:r>
              <a:t>Bugatha Ganasyam Mani Sankar</a:t>
            </a:r>
            <a:br/>
            <a:r>
              <a:t>JNTU-GV College of Engineering, Vizianagaram</a:t>
            </a:r>
            <a:br/>
            <a:r>
              <a:t>ganasyammanisankarbugatha@gmail.com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655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GANASYAM MANI SANKAR BUGATHA</dc:creator>
  <cp:keywords/>
  <dc:description>generated using python-pptx</dc:description>
  <cp:lastModifiedBy>GANASYAM MANI SANKAR BUGATHA</cp:lastModifiedBy>
  <cp:revision>5</cp:revision>
  <dcterms:created xsi:type="dcterms:W3CDTF">2013-01-27T09:14:16Z</dcterms:created>
  <dcterms:modified xsi:type="dcterms:W3CDTF">2026-07-03T06:19:09Z</dcterms:modified>
  <cp:category/>
</cp:coreProperties>
</file>